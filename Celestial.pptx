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5B55A-780E-9861-83DC-97D7A45FA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62399" y="1007536"/>
            <a:ext cx="7197726" cy="2421464"/>
          </a:xfrm>
        </p:spPr>
        <p:txBody>
          <a:bodyPr/>
          <a:lstStyle/>
          <a:p>
            <a:r>
              <a:rPr lang="en-IN" sz="8800" dirty="0"/>
              <a:t>Coeus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D2819-AEC9-EAE7-60A7-09DC113ED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62399" y="3429000"/>
            <a:ext cx="7197726" cy="1405467"/>
          </a:xfrm>
        </p:spPr>
        <p:txBody>
          <a:bodyPr>
            <a:normAutofit fontScale="25000" lnSpcReduction="20000"/>
          </a:bodyPr>
          <a:lstStyle/>
          <a:p>
            <a:r>
              <a:rPr lang="en-US" sz="6400" i="1" dirty="0"/>
              <a:t>Coeus is an innovative AI platform designed to capture, model, and replicate an individual's tacit knowledge—the intuitive, experience-driven insights that experts accumulate over years but rarely articulate explicitly. By observing real-time behaviors across diverse scenarios, from simple routine tasks to complex problem-solving, the system transforms these unspoken elements into structured, reusable digital assets. This addresses the critical loss of expertise when professionals retire or transition roles, preserving organizational wisdom in a scalable way. Aligned with Order Busters' focus on automating office workflows through AI agents, Coeus extends beyond rule-based RPA by infusing agents with human-like intuition, enabling autonomous handling of nuanced decisions in dynamic environments.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11368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8C668FA-2417-47B5-B454-2D55FC17F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97FEBA57-8992-46BB-BCF0-5A83FE8E01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2B4CDDF6-55C3-415A-8D8B-7E03C3D616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C97A2EC-576E-D5D4-D17C-121E3F65BB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69" y="857654"/>
            <a:ext cx="10586507" cy="513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381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798EC2-D0B5-863C-46DE-45372CCF6ACB}"/>
              </a:ext>
            </a:extLst>
          </p:cNvPr>
          <p:cNvSpPr txBox="1"/>
          <p:nvPr/>
        </p:nvSpPr>
        <p:spPr>
          <a:xfrm>
            <a:off x="2479753" y="5742432"/>
            <a:ext cx="72324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Project will be completed by the end of this oct, for updates see the repo!! </a:t>
            </a:r>
            <a:br>
              <a:rPr lang="en-IN" dirty="0"/>
            </a:br>
            <a:r>
              <a:rPr lang="en-IN" dirty="0"/>
              <a:t>See the live working system </a:t>
            </a:r>
            <a:r>
              <a:rPr lang="en-IN" dirty="0" err="1"/>
              <a:t>archietecture</a:t>
            </a:r>
            <a:r>
              <a:rPr lang="en-IN" dirty="0"/>
              <a:t> here </a:t>
            </a:r>
          </a:p>
        </p:txBody>
      </p:sp>
    </p:spTree>
    <p:extLst>
      <p:ext uri="{BB962C8B-B14F-4D97-AF65-F5344CB8AC3E}">
        <p14:creationId xmlns:p14="http://schemas.microsoft.com/office/powerpoint/2010/main" val="226660946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449</TotalTime>
  <Words>147</Words>
  <Application>Microsoft Office PowerPoint</Application>
  <PresentationFormat>Widescreen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Celestial</vt:lpstr>
      <vt:lpstr>Coeus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SUJAL SRIVASTAVA</dc:creator>
  <cp:lastModifiedBy>SUJAL SRIVASTAVA</cp:lastModifiedBy>
  <cp:revision>2</cp:revision>
  <dcterms:created xsi:type="dcterms:W3CDTF">2025-09-21T12:43:13Z</dcterms:created>
  <dcterms:modified xsi:type="dcterms:W3CDTF">2025-09-23T22:14:43Z</dcterms:modified>
</cp:coreProperties>
</file>